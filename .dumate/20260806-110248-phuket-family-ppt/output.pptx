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image" Target="../media/image-8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FC3F7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64592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暑假普吉岛亲子游攻略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Phuket Family Travel Guide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0" y="3840480"/>
            <a:ext cx="85313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 -&gt; 普吉岛  直飞约5小时</a:t>
            </a:r>
            <a:endParaRPr lang="en-US" sz="18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7天6晚  |  适合年龄: 6岁+  |  免签30天  |  时差仅1小时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400" kern="0" dirty="0">
                <a:solidFill>
                  <a:srgbClr val="4FC3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0" y="822960"/>
            <a:ext cx="6675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212080" y="9144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8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217920" y="914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行前总览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17920" y="1280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普吉岛概况与行程亮点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0" y="1920240"/>
            <a:ext cx="6675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212080" y="201168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8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217920" y="20116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景点推荐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17920" y="2377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8大亲子必玩景点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0" y="3017520"/>
            <a:ext cx="6675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12080" y="31089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8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217920" y="310896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出行路线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17920" y="3474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7天6晚逐日安排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0" y="4114800"/>
            <a:ext cx="6675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12080" y="420624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8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217920" y="420624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人均预算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17920" y="4572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六大费用明细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0" y="5212080"/>
            <a:ext cx="66751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212080" y="530352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8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217920" y="53035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实用Tips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17920" y="5669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出行准备与注意事项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FC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5669280" y="2560320"/>
            <a:ext cx="0" cy="137160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0" y="2286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0" y="28346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行前总览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0" y="3749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普吉岛概况与行程亮点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普吉岛概况 -- 为什么选这里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965960" y="1417320"/>
            <a:ext cx="731520" cy="731520"/>
          </a:xfrm>
          <a:prstGeom prst="ellipse">
            <a:avLst/>
          </a:prstGeom>
          <a:solidFill>
            <a:srgbClr val="4FC3F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5544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40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免签30天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6517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中国护照免签，一本护照说走就走，无需提前办签证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34840" y="118872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60720" y="1417320"/>
            <a:ext cx="731520" cy="731520"/>
          </a:xfrm>
          <a:prstGeom prst="ellipse">
            <a:avLst/>
          </a:prstGeom>
          <a:solidFill>
            <a:srgbClr val="4FC3F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5544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2240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直飞5小时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663440" y="26517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上海浦东直飞普吉岛，春秋/东航/上航可选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0" y="118872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555480" y="1417320"/>
            <a:ext cx="731520" cy="731520"/>
          </a:xfrm>
          <a:prstGeom prst="ellipse">
            <a:avLst/>
          </a:prstGeom>
          <a:solidFill>
            <a:srgbClr val="4FC3F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0" y="155448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12480" y="22402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时差仅1小时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8458200" y="26517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落地即可游玩，6岁孩子基本不用倒时差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0080" y="36576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1965960" y="3886200"/>
            <a:ext cx="731520" cy="731520"/>
          </a:xfrm>
          <a:prstGeom prst="ellipse">
            <a:avLst/>
          </a:prstGeom>
          <a:solidFill>
            <a:srgbClr val="4FC3F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120" y="402336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2960" y="47091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暑期最佳季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868680" y="5120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7-8月雨水短暂，气温26-33度，海水温暖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434840" y="36576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5760720" y="3886200"/>
            <a:ext cx="731520" cy="731520"/>
          </a:xfrm>
          <a:prstGeom prst="ellipse">
            <a:avLst/>
          </a:prstGeom>
          <a:solidFill>
            <a:srgbClr val="4FC3F7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80" y="402336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617720" y="47091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亲子配套成熟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4663440" y="5120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2026年新开多家儿童俱乐部酒店，全面升级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8229600" y="36576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9555480" y="3886200"/>
            <a:ext cx="731520" cy="731520"/>
          </a:xfrm>
          <a:prstGeom prst="ellipse">
            <a:avLst/>
          </a:prstGeom>
          <a:solidFill>
            <a:srgbClr val="4FC3F7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92640" y="4023360"/>
            <a:ext cx="457200" cy="4572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412480" y="47091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性价比突出</a:t>
            </a:r>
            <a:endParaRPr lang="en-US" sz="1800" dirty="0"/>
          </a:p>
        </p:txBody>
      </p:sp>
      <p:sp>
        <p:nvSpPr>
          <p:cNvPr id="32" name="Text 24"/>
          <p:cNvSpPr/>
          <p:nvPr/>
        </p:nvSpPr>
        <p:spPr>
          <a:xfrm>
            <a:off x="8458200" y="5120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相比三亚同档酒店更便宜，海水质量远超国内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行程亮点速览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4FC3F7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4630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天6晚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行程天数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节奏舒缓，每天1个核心活动，留足休息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118872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4FC3F7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4630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709160" y="21945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09160" y="2560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精选景点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09160" y="28803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海滩+乐园+大象+跳岛+老镇，不重样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118872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4FC3F7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03920" y="14630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8503920" y="21945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岁+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503920" y="25603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亲子适配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03920" y="28803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所有景点经安全评估，避免刺激项目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56616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FF8A65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38404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8000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914400" y="4572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49377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人均预算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14400" y="52578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含机票住宿全包，2026暑期参考价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34840" y="356616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FF8A65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09160" y="38404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25" name="Text 23"/>
          <p:cNvSpPr/>
          <p:nvPr/>
        </p:nvSpPr>
        <p:spPr>
          <a:xfrm>
            <a:off x="4709160" y="4572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709160" y="49377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出海跳岛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09160" y="52578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蛋岛半日游+皇帝岛珊瑚岛一日游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0" y="3566160"/>
            <a:ext cx="3383280" cy="2103120"/>
          </a:xfrm>
          <a:prstGeom prst="roundRect">
            <a:avLst>
              <a:gd name="adj" fmla="val 5217"/>
            </a:avLst>
          </a:prstGeom>
          <a:solidFill>
            <a:srgbClr val="FF8A65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503920" y="384048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30" name="Text 28"/>
          <p:cNvSpPr/>
          <p:nvPr/>
        </p:nvSpPr>
        <p:spPr>
          <a:xfrm>
            <a:off x="8503920" y="4572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503920" y="49377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主题乐园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03920" y="52578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安达曼水上乐园+嘉年华+探险乐园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FC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5669280" y="2560320"/>
            <a:ext cx="0" cy="137160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0" y="2286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0" y="28346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景点推荐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0" y="3749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8大亲子必玩景点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海滩推荐 -- 安全玩沙首选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486400" cy="530352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4" name="Image 0" descr="D:\Fire\火哥的个人站\.dumate\20260806-110248-phuket-family-ppt\image-cache\c5c430dd205ddbee74e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5120640" cy="2377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3749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卡塔海滩 Kata Beach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425196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普吉岛亲子首选海滩，沙质细腻坡度缓，浅水区宽阔适合儿童戏水。周边餐厅便利店齐全，Club Med普吉岛坐落于此，2026年新推「亲子绿洲」区域。浪小流缓，适合初学游泳的孩子。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45352" y="1097280"/>
            <a:ext cx="5486400" cy="530352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8" name="Image 1" descr="D:\Fire\火哥的个人站\.dumate\20260806-110248-phuket-family-ppt\image-cache\8c07e9595ef7d179211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280160"/>
            <a:ext cx="5120640" cy="23774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28232" y="3749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卡马拉海滩 Kamala Beach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428232" y="425196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位于西海岸北段，比芭东安静许多，沙滩宽阔人流少。太阳之翼亲子度假村紧邻海滩，8个泳池+水滑梯+儿童俱乐部。距梦幻嘉年华仅10分钟车程，适合搭配游玩。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乐园推荐 -- 孩子玩到不想走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566160" cy="53035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4" name="Image 0" descr="D:\Fire\火哥的个人站\.dumate\20260806-110248-phuket-family-ppt\image-cache\b403a01414051dc2148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80160"/>
            <a:ext cx="329184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3977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安达曼大水上乐园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822960" y="443484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FF8A65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约250元/人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489204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普吉岛最大水上乐园，5大主题区域25条滑道，设儿童专用戏水区。开放10:00-18:00，建议安排半天至全天。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80560" y="1097280"/>
            <a:ext cx="3566160" cy="53035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D:\Fire\火哥的个人站\.dumate\20260806-110248-phuket-family-ppt\image-cache\45fd2a2af90a9eb0bf6c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280160"/>
            <a:ext cx="3291840" cy="2560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3440" y="3977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梦幻嘉年华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4663440" y="443484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FF8A65"/>
          </a:solidFill>
          <a:ln/>
        </p:spPr>
      </p:sp>
      <p:sp>
        <p:nvSpPr>
          <p:cNvPr id="13" name="Text 9"/>
          <p:cNvSpPr/>
          <p:nvPr/>
        </p:nvSpPr>
        <p:spPr>
          <a:xfrm>
            <a:off x="466344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约400元/成人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663440" y="489204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2026暑假重头戏，耗资50亿泰铢。4000万盏LED灯+88辆花车游行，100cm以下免门票。周一/三/六 17:30-23:30。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321040" y="1097280"/>
            <a:ext cx="3566160" cy="53035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16" name="Image 2" descr="D:\Fire\火哥的个人站\.dumate\20260806-110248-phuket-family-ppt\image-cache\6eb1a790b6e6643a6ba4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280160"/>
            <a:ext cx="3291840" cy="2560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397764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Sugar Glider探险乐园</a:t>
            </a:r>
            <a:endParaRPr lang="en-US" sz="1700" dirty="0"/>
          </a:p>
        </p:txBody>
      </p:sp>
      <p:sp>
        <p:nvSpPr>
          <p:cNvPr id="18" name="Shape 13"/>
          <p:cNvSpPr/>
          <p:nvPr/>
        </p:nvSpPr>
        <p:spPr>
          <a:xfrm>
            <a:off x="8503920" y="4434840"/>
            <a:ext cx="1645920" cy="320040"/>
          </a:xfrm>
          <a:prstGeom prst="roundRect">
            <a:avLst>
              <a:gd name="adj" fmla="val 14286"/>
            </a:avLst>
          </a:prstGeom>
          <a:solidFill>
            <a:srgbClr val="FF8A65"/>
          </a:solidFill>
          <a:ln/>
        </p:spPr>
      </p:sp>
      <p:sp>
        <p:nvSpPr>
          <p:cNvPr id="19" name="Text 14"/>
          <p:cNvSpPr/>
          <p:nvPr/>
        </p:nvSpPr>
        <p:spPr>
          <a:xfrm>
            <a:off x="850392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约150元/人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503920" y="489204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2026最新亲子景点，位于Blue Tree内。高空安全穿越悬索桥、平衡木、室内滑索，全程绑带保护，全室内环境。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自然体验 -- 大象与海岛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486400" cy="530352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4" name="Image 0" descr="D:\Fire\火哥的个人站\.dumate\20260806-110248-phuket-family-ppt\image-cache\13934895d04da409a63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5120640" cy="2377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3749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奈迪大象保护营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425196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2026全球100亲子景点，可近距离喂食、洗澡、互动大象。全程无骑乘，强调动物保护教育。半日游约350元/人含接送，适合6岁孩子，培养爱心与自然意识。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45352" y="1097280"/>
            <a:ext cx="5486400" cy="530352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8" name="Image 1" descr="D:\Fire\火哥的个人站\.dumate\20260806-110248-phuket-family-ppt\image-cache\6f36d03fe171d9aa899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280160"/>
            <a:ext cx="5120640" cy="23774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28232" y="3749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蛋岛半日游 Khai Island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428232" y="425196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距普吉本岛仅20分钟快艇，由3个蛋型小岛组成。水浅浪平鱼多，是普吉最适合亲子的跳岛首选。半日游约168元/人含浮潜装备+接送+水果饮料，上午或下午场可选。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文化体验 -- 普吉老镇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486400" cy="530352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4" name="Image 0" descr="D:\Fire\火哥的个人站\.dumate\20260806-110248-phuket-family-ppt\image-cache\5e5e2beaa7f5a82324d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5120640" cy="2377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3749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普吉老镇 Old Town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0080" y="425196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百年中葡式骑楼建筑群，彩色街道适合拍照漫步。周日夜市彩灯挂满骑楼。适合安排在行程中段作为「休息日」活动，逛吃结合。建议傍晚前往避开高温，2-3小时即可。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45352" y="1097280"/>
            <a:ext cx="5486400" cy="530352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8" name="Image 1" descr="D:\Fire\火哥的个人站\.dumate\20260806-110248-phuket-family-ppt\image-cache\26b8d9799e282304922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280160"/>
            <a:ext cx="5120640" cy="23774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28232" y="37490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青蛙夜市 Chillva Market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428232" y="425196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普吉最有氛围的夜市，灯串+现场乐队+火山排骨。适合带孩子体验当地烟火气，离芭东较近。建议晚饭时间前往，1-2小时逛吃即可。人均消费约50-80元。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FC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5669280" y="2560320"/>
            <a:ext cx="0" cy="137160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0" y="2286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0" y="28346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出行路线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0" y="3749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7天6晚逐日安排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1-2 抵达适应 + 海滩老镇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828800" y="1188720"/>
            <a:ext cx="0" cy="5029200"/>
          </a:xfrm>
          <a:prstGeom prst="line">
            <a:avLst/>
          </a:prstGeom>
          <a:noFill/>
          <a:ln w="381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91640" y="1280160"/>
            <a:ext cx="274320" cy="27432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188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8A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194560" y="1188720"/>
            <a:ext cx="95097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377440" y="1280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上海 -&gt; 普吉岛  抵达适应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377440" y="1645920"/>
            <a:ext cx="91440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上午浦东机场出发直飞约5小时，下午抵达普吉机场。Grab打车至酒店约180元（30-50分钟）。入住卡塔或卡马拉海滩酒店，傍晚酒店泳池放松，附近餐厅简单晚餐。行程轻松，让孩子适应热带气候。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91640" y="3886200"/>
            <a:ext cx="274320" cy="27432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3794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8A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194560" y="3794760"/>
            <a:ext cx="95097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77440" y="3886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卡塔海滩 + 普吉老镇 + 青蛙夜市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377440" y="4251960"/>
            <a:ext cx="91440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上午卡塔海滩玩沙戏水（免费），租遮阳伞约50泰铢。中午回酒店午休避高温。下午4点出发普吉老镇漫步拍照（免费），逛彩色骑楼街道。傍晚青蛙夜市吃晚餐，体验当地烟火气。人均餐饮约80元/天。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3-4 跳岛出海 + 大象乐园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828800" y="1188720"/>
            <a:ext cx="0" cy="5029200"/>
          </a:xfrm>
          <a:prstGeom prst="line">
            <a:avLst/>
          </a:prstGeom>
          <a:noFill/>
          <a:ln w="381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91640" y="1280160"/>
            <a:ext cx="274320" cy="27432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188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8A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194560" y="1188720"/>
            <a:ext cx="95097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377440" y="1280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蛋岛半日游  亲子跳岛首选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377440" y="1645920"/>
            <a:ext cx="91440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上午参加蛋岛半日跳岛游（约168元/人含接送），快艇20分钟抵达。水浅鱼多适合6岁孩子浮潜初体验，岛上玩沙拍照。中午返回酒店休息，下午酒店泳池+自由活动。傍晚卡塔海滩看日落。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91640" y="3886200"/>
            <a:ext cx="274320" cy="27432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3794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8A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4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194560" y="3794760"/>
            <a:ext cx="95097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77440" y="3886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大象保护营 + 安达曼水上乐园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377440" y="4251960"/>
            <a:ext cx="91440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上午奈迪大象保护营半日游（约350元/人），喂食洗澡互动大象。中午回酒店休息。下午安达曼大水上乐园（约250元/人），儿童戏水区+多条滑道，玩到闭园。这是行程中最丰富的一天。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5-6 嘉年华 + 自由活动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828800" y="1188720"/>
            <a:ext cx="0" cy="5029200"/>
          </a:xfrm>
          <a:prstGeom prst="line">
            <a:avLst/>
          </a:prstGeom>
          <a:noFill/>
          <a:ln w="38100">
            <a:solidFill>
              <a:srgbClr val="4FC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91640" y="1280160"/>
            <a:ext cx="274320" cy="27432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188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8A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5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194560" y="1188720"/>
            <a:ext cx="95097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377440" y="1280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梦幻嘉年华  夜间LED灯海盛宴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377440" y="1645920"/>
            <a:ext cx="91440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白天酒店自由活动，上午海滩散步+酒店泳池。下午休息避暑。傍晚5:30出发梦幻嘉年华（门票约400元/成人，100cm以下免费），40英亩LED灯海+88辆花车游行+儿童魔术棒体验。自助晚餐含门票，夜间活动完美避暑。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691640" y="3886200"/>
            <a:ext cx="274320" cy="27432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3794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8A6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6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194560" y="3794760"/>
            <a:ext cx="950976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377440" y="3886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自由活动 + 购物 + 海鲜大餐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377440" y="4251960"/>
            <a:ext cx="91440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上午海滩最后玩水或酒店儿童俱乐部托管。中午退房寄存行李。下午江西冷购物中心或Central Festival买伴手礼。傍晚拉威海鲜市场自选海鲜代加工，人均约150元吃大餐。晚上回酒店整理行李。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7 返程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828800" y="1371600"/>
            <a:ext cx="8531352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48" y="16459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0" y="2651760"/>
            <a:ext cx="7616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普吉岛 -&gt; 上海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743200" y="3291840"/>
            <a:ext cx="670255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•"/>
            </a:pPr>
            <a:r>
              <a:rPr lang="en-US" sz="15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上午酒店早餐+最后海滩散步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中午退房，Grab打车至普吉机场（约180元）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机场免税店购物，下午航班飞回上海（约5小时）</a:t>
            </a:r>
            <a:endParaRPr lang="en-US" sz="15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晚上抵达上海，行程圆满结束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FC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5669280" y="2560320"/>
            <a:ext cx="0" cy="137160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0" y="2286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0" y="28346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人均预算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0" y="3749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六大费用明细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人均预算明细（一家三口）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1090879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645920"/>
                <a:gridCol w="1645920"/>
                <a:gridCol w="469087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费用类别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成人(元)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儿童(元)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C3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机票(往返含税)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3,500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2,800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春秋/上航暑期价,提前2个月订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住宿(6晚)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1,360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1,360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四星海滩酒店含早 680元/晚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餐饮(7天)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700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含一顿海鲜大餐150元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门票/活动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1,168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850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蛋岛+大象+水上乐园+嘉年华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当地交通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Grab打车+包车 600元/7天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其他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400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55A6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保险/购物/小费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8,328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6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6,310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6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一家三口总计约 22,966 元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F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6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预算说明与省钱贴士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0908792" cy="91440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88720"/>
            <a:ext cx="105430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2026年价格说明：普吉岛旅游成本较2025年上涨约30-40%，出海一日游涨幅最大（皇帝岛珊瑚岛从315元涨至479元）。暑期为旺季，酒店和机票价格上浮20-30%。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14600"/>
            <a:ext cx="457200" cy="45720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5146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提前订机票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30632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提前2个月锁定低价，关注东航8日/春秋9日/27日会员日抢特价票。7月5日后燃油费下调，往返可省150元/人。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22860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2514600"/>
            <a:ext cx="457200" cy="45720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78040" y="251460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选含早酒店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629400" y="30632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四星海滩酒店含早约680元/晚，早餐吃好省上午一顿。部分酒店儿童免费入住和早餐。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38912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617720"/>
            <a:ext cx="457200" cy="45720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46177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半日游替代全日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68680" y="51663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蛋岛半日游168元 vs 皇帝岛全日游479元，6岁孩子半日游体验已足够，省时省钱省体力。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438912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83680" y="4617720"/>
            <a:ext cx="457200" cy="457200"/>
          </a:xfrm>
          <a:prstGeom prst="ellipse">
            <a:avLst/>
          </a:prstGeom>
          <a:solidFill>
            <a:srgbClr val="FF8A65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78040" y="46177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夜市吃晚餐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629400" y="51663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青蛙夜市/拉威海鲜市场人均50-80元，比餐厅便宜一半且体验更好。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FC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0" dirty="0"/>
          </a:p>
        </p:txBody>
      </p:sp>
      <p:sp>
        <p:nvSpPr>
          <p:cNvPr id="3" name="Shape 1"/>
          <p:cNvSpPr/>
          <p:nvPr/>
        </p:nvSpPr>
        <p:spPr>
          <a:xfrm>
            <a:off x="5669280" y="2560320"/>
            <a:ext cx="0" cy="137160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0" y="2286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943600" y="283464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实用Tips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943600" y="374904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出行准备与注意事项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出行准备清单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325880"/>
            <a:ext cx="548640" cy="548640"/>
          </a:xfrm>
          <a:prstGeom prst="ellipse">
            <a:avLst/>
          </a:prstGeom>
          <a:solidFill>
            <a:srgbClr val="4FC3F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417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325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证件类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0116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护照(有效期6个月以上)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返程机票行程单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酒店预订单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儿童出生证明复印件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34840" y="109728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663440" y="1325880"/>
            <a:ext cx="548640" cy="548640"/>
          </a:xfrm>
          <a:prstGeom prst="ellipse">
            <a:avLst/>
          </a:prstGeom>
          <a:solidFill>
            <a:srgbClr val="4FC3F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173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0" y="1325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防晒类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663440" y="20116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SPF50+儿童物理防晒霜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宽檐防晒帽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UV防护泳衣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墨镜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0" y="109728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458200" y="1325880"/>
            <a:ext cx="548640" cy="548640"/>
          </a:xfrm>
          <a:prstGeom prst="ellipse">
            <a:avLst/>
          </a:prstGeom>
          <a:solidFill>
            <a:srgbClr val="4FC3F7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4173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144000" y="13258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防蚊类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458200" y="20116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儿童驱蚊贴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电蚊香液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泰国蚊虫较多尤其傍晚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0080" y="384048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68680" y="4069080"/>
            <a:ext cx="548640" cy="548640"/>
          </a:xfrm>
          <a:prstGeom prst="ellipse">
            <a:avLst/>
          </a:prstGeom>
          <a:solidFill>
            <a:srgbClr val="4FC3F7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16052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54480" y="4069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药品类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868680" y="47548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儿童退烧药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创可贴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晕船药(出海必备)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防腹泻药、电解质冲剂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434840" y="384048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663440" y="4069080"/>
            <a:ext cx="548640" cy="548640"/>
          </a:xfrm>
          <a:prstGeom prst="ellipse">
            <a:avLst/>
          </a:prstGeom>
          <a:solidFill>
            <a:srgbClr val="4FC3F7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16052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349240" y="4069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亲子装备</a:t>
            </a:r>
            <a:endParaRPr lang="en-US" sz="1700" dirty="0"/>
          </a:p>
        </p:txBody>
      </p:sp>
      <p:sp>
        <p:nvSpPr>
          <p:cNvPr id="27" name="Text 20"/>
          <p:cNvSpPr/>
          <p:nvPr/>
        </p:nvSpPr>
        <p:spPr>
          <a:xfrm>
            <a:off x="4663440" y="47548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速干衣3-4套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防滑溯溪鞋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儿童浮潜面罩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防水手机袋、便携小风扇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8229600" y="3840480"/>
            <a:ext cx="338328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458200" y="4069080"/>
            <a:ext cx="548640" cy="548640"/>
          </a:xfrm>
          <a:prstGeom prst="ellipse">
            <a:avLst/>
          </a:prstGeom>
          <a:solidFill>
            <a:srgbClr val="4FC3F7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4160520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144000" y="40690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</a:t>
            </a:r>
            <a:endParaRPr lang="en-US" sz="1700" dirty="0"/>
          </a:p>
        </p:txBody>
      </p:sp>
      <p:sp>
        <p:nvSpPr>
          <p:cNvPr id="32" name="Text 24"/>
          <p:cNvSpPr/>
          <p:nvPr/>
        </p:nvSpPr>
        <p:spPr>
          <a:xfrm>
            <a:off x="8458200" y="475488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泰国电话卡或国际漫游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旅行保险(含医疗evacuation)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安全与注意事项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53035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325880"/>
            <a:ext cx="548640" cy="548640"/>
          </a:xfrm>
          <a:prstGeom prst="ellipse">
            <a:avLst/>
          </a:prstGeom>
          <a:solidFill>
            <a:srgbClr val="FF8A6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417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3258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水上安全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68680" y="201168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6岁孩子出海必须穿儿童救生衣（船家一般提供但尺寸偏大，建议自备或确认）。浮潜时家长全程陪同，选择水浅浪平的蛋岛而非深水区。酒店泳池注意是否有救生员。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0" y="1097280"/>
            <a:ext cx="53035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29400" y="1325880"/>
            <a:ext cx="548640" cy="548640"/>
          </a:xfrm>
          <a:prstGeom prst="ellipse">
            <a:avLst/>
          </a:prstGeom>
          <a:solidFill>
            <a:srgbClr val="FF8A6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4173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0" y="13258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防晒防暑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629400" y="201168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暑假紫外线极强，上午10点至下午3点避免暴晒。每小时补涂防晒，大量饮水。孩子中暑症状：面色苍白、嗜睡、呕吐，立即阴凉处休息补充电解质。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40080" y="3840480"/>
            <a:ext cx="53035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68680" y="4069080"/>
            <a:ext cx="548640" cy="548640"/>
          </a:xfrm>
          <a:prstGeom prst="ellipse">
            <a:avLst/>
          </a:prstGeom>
          <a:solidFill>
            <a:srgbClr val="FF8A65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1605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40690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饮食安全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68680" y="475488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只喝瓶装水，避免生冷海鲜。路边摊选择人气高、翻台快的。儿童肠胃敏感，首两天以清淡为主。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400800" y="3840480"/>
            <a:ext cx="53035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629400" y="4069080"/>
            <a:ext cx="548640" cy="548640"/>
          </a:xfrm>
          <a:prstGeom prst="ellipse">
            <a:avLst/>
          </a:prstGeom>
          <a:solidFill>
            <a:srgbClr val="FF8A65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16052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15200" y="40690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747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交通安全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6629400" y="475488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455A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普吉岛靠左行驶，过马路先看右。Grab打车比路边出租车便宜且安全。租摩托车不建议带儿童。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4FC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祝火哥一家普吉岛之旅愉快！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本攻略基于2026年暑期最新信息整理，实际价格以出行时为准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43891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行程可根据孩子状态灵活调整，核心原则：不赶路、不暴晒、留足休息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Summer Phuket Family Travel Guide</dc:title>
  <dc:subject>PptxGenJS Presentation</dc:subject>
  <dc:creator>DuMate</dc:creator>
  <cp:lastModifiedBy>DuMate</cp:lastModifiedBy>
  <cp:revision>1</cp:revision>
  <dcterms:created xsi:type="dcterms:W3CDTF">2026-08-06T03:15:35Z</dcterms:created>
  <dcterms:modified xsi:type="dcterms:W3CDTF">2026-08-06T03:15:35Z</dcterms:modified>
</cp:coreProperties>
</file>