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84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wenjie01/Documents/Codex/2026-06-11/ppt-https-www-figma-com-design/work/figma-ppt-1-30-layered/png/style-19-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2559" y="3200405"/>
            <a:ext cx="7044998" cy="2083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5480" b="1" kern="0" spc="438" dirty="0">
                <a:solidFill>
                  <a:srgbClr val="222222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PRESENTATION TITLE</a:t>
            </a:r>
            <a:endParaRPr lang="en-US" sz="5480" dirty="0"/>
          </a:p>
        </p:txBody>
      </p:sp>
      <p:sp>
        <p:nvSpPr>
          <p:cNvPr id="4" name="Text 1"/>
          <p:cNvSpPr/>
          <p:nvPr/>
        </p:nvSpPr>
        <p:spPr>
          <a:xfrm>
            <a:off x="5143528" y="6263636"/>
            <a:ext cx="1925874" cy="43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20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Reporter: xxx</a:t>
            </a:r>
            <a:endParaRPr lang="en-US" sz="2220" dirty="0"/>
          </a:p>
        </p:txBody>
      </p:sp>
      <p:sp>
        <p:nvSpPr>
          <p:cNvPr id="5" name="Text 2"/>
          <p:cNvSpPr/>
          <p:nvPr/>
        </p:nvSpPr>
        <p:spPr>
          <a:xfrm>
            <a:off x="8103778" y="6275017"/>
            <a:ext cx="1267401" cy="43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20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xx. xx. xx</a:t>
            </a:r>
            <a:endParaRPr lang="en-US" sz="2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7D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wenjie01/Documents/Codex/2026-06-11/ppt-https-www-figma-com-design/work/figma-ppt-1-30-layered/png/style-19-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6367" y="708679"/>
            <a:ext cx="2892490" cy="9653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40" b="1" dirty="0">
                <a:solidFill>
                  <a:srgbClr val="3B3B3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Contents</a:t>
            </a:r>
            <a:endParaRPr lang="en-US" sz="4440" dirty="0"/>
          </a:p>
        </p:txBody>
      </p:sp>
      <p:sp>
        <p:nvSpPr>
          <p:cNvPr id="4" name="Text 1"/>
          <p:cNvSpPr/>
          <p:nvPr/>
        </p:nvSpPr>
        <p:spPr>
          <a:xfrm>
            <a:off x="3497500" y="1005902"/>
            <a:ext cx="2502200" cy="510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528C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CATALOGUE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61049" y="1120030"/>
            <a:ext cx="714095" cy="72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01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9452689" y="1245928"/>
            <a:ext cx="3322384" cy="494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3B3B3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Add A Chapter Title</a:t>
            </a:r>
            <a:endParaRPr lang="en-US" sz="2520" dirty="0"/>
          </a:p>
        </p:txBody>
      </p:sp>
      <p:sp>
        <p:nvSpPr>
          <p:cNvPr id="7" name="Text 4"/>
          <p:cNvSpPr/>
          <p:nvPr/>
        </p:nvSpPr>
        <p:spPr>
          <a:xfrm>
            <a:off x="8161049" y="2491758"/>
            <a:ext cx="779129" cy="72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02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9452689" y="2628859"/>
            <a:ext cx="3322384" cy="494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3B3B3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Add A Chapter Title</a:t>
            </a:r>
            <a:endParaRPr lang="en-US" sz="2520" dirty="0"/>
          </a:p>
        </p:txBody>
      </p:sp>
      <p:sp>
        <p:nvSpPr>
          <p:cNvPr id="9" name="Text 6"/>
          <p:cNvSpPr/>
          <p:nvPr/>
        </p:nvSpPr>
        <p:spPr>
          <a:xfrm>
            <a:off x="8161049" y="3863300"/>
            <a:ext cx="803517" cy="72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03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9452689" y="4011952"/>
            <a:ext cx="3322384" cy="494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3B3B3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Add A Chapter Title</a:t>
            </a:r>
            <a:endParaRPr lang="en-US" sz="2520" dirty="0"/>
          </a:p>
        </p:txBody>
      </p:sp>
      <p:sp>
        <p:nvSpPr>
          <p:cNvPr id="11" name="Text 8"/>
          <p:cNvSpPr/>
          <p:nvPr/>
        </p:nvSpPr>
        <p:spPr>
          <a:xfrm>
            <a:off x="8172471" y="5234931"/>
            <a:ext cx="811646" cy="72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04</a:t>
            </a:r>
            <a:endParaRPr lang="en-US" sz="3700" dirty="0"/>
          </a:p>
        </p:txBody>
      </p:sp>
      <p:sp>
        <p:nvSpPr>
          <p:cNvPr id="12" name="Text 9"/>
          <p:cNvSpPr/>
          <p:nvPr/>
        </p:nvSpPr>
        <p:spPr>
          <a:xfrm>
            <a:off x="9452689" y="5394883"/>
            <a:ext cx="3322384" cy="494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3B3B3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Add A Chapter Title</a:t>
            </a:r>
            <a:endParaRPr lang="en-US" sz="2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7D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wenjie01/Documents/Codex/2026-06-11/ppt-https-www-figma-com-design/work/figma-ppt-1-30-layered/png/style-19-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085" y="1600202"/>
            <a:ext cx="2437377" cy="944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70" b="1" kern="0" spc="326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  01</a:t>
            </a:r>
            <a:endParaRPr lang="en-US" sz="4070" dirty="0"/>
          </a:p>
        </p:txBody>
      </p:sp>
      <p:sp>
        <p:nvSpPr>
          <p:cNvPr id="4" name="Text 1"/>
          <p:cNvSpPr/>
          <p:nvPr/>
        </p:nvSpPr>
        <p:spPr>
          <a:xfrm>
            <a:off x="800085" y="2743173"/>
            <a:ext cx="6508042" cy="10756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80" b="1" kern="0" spc="438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CHAPTER TITLE</a:t>
            </a:r>
            <a:endParaRPr lang="en-US" sz="54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wenjie01/Documents/Codex/2026-06-11/ppt-https-www-figma-com-design/work/figma-ppt-1-30-layered/png/style-19-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58651" y="3611853"/>
            <a:ext cx="8557070" cy="17437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80" b="1" kern="0" spc="710" dirty="0">
                <a:solidFill>
                  <a:srgbClr val="000000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THANK YOU</a:t>
            </a:r>
            <a:endParaRPr lang="en-US" sz="8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F Pro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F Pro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Macintosh PowerPoint</Application>
  <PresentationFormat>自定义</PresentationFormat>
  <Paragraphs>20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PingFang SC</vt:lpstr>
      <vt:lpstr>SF Pro Display</vt:lpstr>
      <vt:lpstr>Arial</vt:lpstr>
      <vt:lpstr>Source Sans 3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Figma PPT Style 19</dc:title>
  <dc:subject>Layered editable PPT export from Figma</dc:subject>
  <dc:creator>Codex Figma editable PPT export</dc:creator>
  <cp:lastModifiedBy>sadossy</cp:lastModifiedBy>
  <cp:revision>2</cp:revision>
  <dcterms:created xsi:type="dcterms:W3CDTF">2026-06-12T09:26:33Z</dcterms:created>
  <dcterms:modified xsi:type="dcterms:W3CDTF">2026-07-06T09:14:33Z</dcterms:modified>
</cp:coreProperties>
</file>