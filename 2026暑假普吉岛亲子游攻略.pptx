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C3F7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暑假普吉岛亲子游攻略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Phuket Family Travel Guide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3840480"/>
            <a:ext cx="8531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 -&gt; 普吉岛  直飞约5小时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7天6晚  |  适合年龄: 6岁+  |  免签30天  |  时差仅1小时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0" y="82296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0" y="914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1792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行前总览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普吉岛概况与行程亮点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92024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217920" y="2011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景点推荐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8大亲子必玩景点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301752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3108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出行路线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7天6晚逐日安排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411480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4206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17920" y="4206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人均预算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六大费用明细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521208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12080" y="5303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5303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实用Tips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出行准备与注意事项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FC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669280" y="2560320"/>
            <a:ext cx="0" cy="13716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行前总览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普吉岛概况与行程亮点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普吉岛概况 -- 为什么选这里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65960" y="1417320"/>
            <a:ext cx="731520" cy="73152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免签30天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中国护照免签，一本护照说走就走，无需提前办签证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34840" y="11887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1417320"/>
            <a:ext cx="731520" cy="73152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544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直飞5小时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6344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上海浦东直飞普吉岛，春秋/东航/上航可选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11887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555480" y="1417320"/>
            <a:ext cx="731520" cy="73152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554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时差仅1小时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45820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落地即可游玩，6岁孩子基本不用倒时差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3657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965960" y="3886200"/>
            <a:ext cx="731520" cy="73152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40233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4709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暑期最佳季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68680" y="5120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7-8月雨水短暂，气温26-33度，海水温暖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434840" y="3657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760720" y="3886200"/>
            <a:ext cx="731520" cy="73152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402336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17720" y="4709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亲子配套成熟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4663440" y="5120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2026年新开多家儿童俱乐部酒店，全面升级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229600" y="3657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555480" y="3886200"/>
            <a:ext cx="731520" cy="73152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4023360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12480" y="4709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性价比突出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8458200" y="5120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相比三亚同档酒店更便宜，海水质量远超国内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行程亮点速览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4FC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天6晚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行程天数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节奏舒缓，每天1个核心活动，留足休息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1887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4FC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463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70916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精选景点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海滩+乐园+大象+跳岛+老镇，不重样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1887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4FC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1463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50392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亲子适配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2880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所有景点经安全评估，避免刺激项目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8A6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840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937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人均预算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含机票住宿全包，2026暑期参考价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35661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8A6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3840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4709160" y="4572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9160" y="4937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出海跳岛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5257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蛋岛半日游+皇帝岛珊瑚岛一日游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35661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8A6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03920" y="3840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8503920" y="4572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03920" y="4937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主题乐园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03920" y="5257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安达曼水上乐园+嘉年华+探险乐园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FC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669280" y="2560320"/>
            <a:ext cx="0" cy="13716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景点推荐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8大亲子必玩景点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海滩推荐 -- 安全玩沙首选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D:\Fire\火哥的个人站\.dumate\20260806-110248-phuket-family-ppt\image-cache\c5c430dd205ddbee74e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1206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卡塔海滩 Kata Beach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2519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普吉岛亲子首选海滩，沙质细腻坡度缓，浅水区宽阔适合儿童戏水。周边餐厅便利店齐全，Club Med普吉岛坐落于此，2026年新推「亲子绿洲」区域。浪小流缓，适合初学游泳的孩子。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45352" y="1097280"/>
            <a:ext cx="54864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D:\Fire\火哥的个人站\.dumate\20260806-110248-phuket-family-ppt\image-cache\8c07e9595ef7d17921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280160"/>
            <a:ext cx="5120640" cy="2377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8232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卡马拉海滩 Kamala Beach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28232" y="42519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位于西海岸北段，比芭东安静许多，沙滩宽阔人流少。太阳之翼亲子度假村紧邻海滩，8个泳池+水滑梯+儿童俱乐部。距梦幻嘉年华仅10分钟车程，适合搭配游玩。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乐园推荐 -- 孩子玩到不想走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566160" cy="5303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D:\Fire\火哥的个人站\.dumate\20260806-110248-phuket-family-ppt\image-cache\b403a01414051dc214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329184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安达曼大水上乐园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443484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FF8A6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约250元/人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普吉岛最大水上乐园，5大主题区域25条滑道，设儿童专用戏水区。开放10:00-18:00，建议安排半天至全天。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097280"/>
            <a:ext cx="3566160" cy="5303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D:\Fire\火哥的个人站\.dumate\20260806-110248-phuket-family-ppt\image-cache\45fd2a2af90a9eb0bf6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80160"/>
            <a:ext cx="3291840" cy="2560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梦幻嘉年华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663440" y="443484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FF8A65"/>
          </a:solidFill>
          <a:ln/>
        </p:spPr>
      </p:sp>
      <p:sp>
        <p:nvSpPr>
          <p:cNvPr id="13" name="Text 9"/>
          <p:cNvSpPr/>
          <p:nvPr/>
        </p:nvSpPr>
        <p:spPr>
          <a:xfrm>
            <a:off x="466344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约400元/成人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63440" y="48920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2026暑假重头戏，耗资50亿泰铢。4000万盏LED灯+88辆花车游行，100cm以下免门票。周一/三/六 17:30-23:30。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21040" y="1097280"/>
            <a:ext cx="3566160" cy="5303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D:\Fire\火哥的个人站\.dumate\20260806-110248-phuket-family-ppt\image-cache\6eb1a790b6e6643a6ba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280160"/>
            <a:ext cx="3291840" cy="2560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Sugar Glider探险乐园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8503920" y="443484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FF8A65"/>
          </a:solidFill>
          <a:ln/>
        </p:spPr>
      </p:sp>
      <p:sp>
        <p:nvSpPr>
          <p:cNvPr id="19" name="Text 14"/>
          <p:cNvSpPr/>
          <p:nvPr/>
        </p:nvSpPr>
        <p:spPr>
          <a:xfrm>
            <a:off x="850392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约150元/人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503920" y="48920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2026最新亲子景点，位于Blue Tree内。高空安全穿越悬索桥、平衡木、室内滑索，全程绑带保护，全室内环境。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自然体验 -- 大象与海岛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D:\Fire\火哥的个人站\.dumate\20260806-110248-phuket-family-ppt\image-cache\13934895d04da409a6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1206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奈迪大象保护营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2519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2026全球100亲子景点，可近距离喂食、洗澡、互动大象。全程无骑乘，强调动物保护教育。半日游约350元/人含接送，适合6岁孩子，培养爱心与自然意识。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45352" y="1097280"/>
            <a:ext cx="54864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D:\Fire\火哥的个人站\.dumate\20260806-110248-phuket-family-ppt\image-cache\6f36d03fe171d9aa899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280160"/>
            <a:ext cx="5120640" cy="2377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8232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蛋岛半日游 Khai Island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28232" y="42519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距普吉本岛仅20分钟快艇，由3个蛋型小岛组成。水浅浪平鱼多，是普吉最适合亲子的跳岛首选。半日游约168元/人含浮潜装备+接送+水果饮料，上午或下午场可选。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文化体验 -- 普吉老镇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D:\Fire\火哥的个人站\.dumate\20260806-110248-phuket-family-ppt\image-cache\5e5e2beaa7f5a82324d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1206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普吉老镇 Old Town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2519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百年中葡式骑楼建筑群，彩色街道适合拍照漫步。周日夜市彩灯挂满骑楼。适合安排在行程中段作为「休息日」活动，逛吃结合。建议傍晚前往避开高温，2-3小时即可。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45352" y="1097280"/>
            <a:ext cx="54864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D:\Fire\火哥的个人站\.dumate\20260806-110248-phuket-family-ppt\image-cache\26b8d9799e282304922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280160"/>
            <a:ext cx="5120640" cy="2377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8232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青蛙夜市 Chillva Market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28232" y="42519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普吉最有氛围的夜市，灯串+现场乐队+火山排骨。适合带孩子体验当地烟火气，离芭东较近。建议晚饭时间前往，1-2小时逛吃即可。人均消费约50-80元。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FC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669280" y="2560320"/>
            <a:ext cx="0" cy="13716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出行路线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7天6晚逐日安排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1-2 抵达适应 + 海滩老镇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1188720"/>
            <a:ext cx="0" cy="5029200"/>
          </a:xfrm>
          <a:prstGeom prst="line">
            <a:avLst/>
          </a:prstGeom>
          <a:noFill/>
          <a:ln w="381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1280160"/>
            <a:ext cx="274320" cy="2743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1188720"/>
            <a:ext cx="9509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 -&gt; 普吉岛  抵达适应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1645920"/>
            <a:ext cx="9144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上午浦东机场出发直飞约5小时，下午抵达普吉机场。Grab打车至酒店约180元（30-50分钟）。入住卡塔或卡马拉海滩酒店，傍晚酒店泳池放松，附近餐厅简单晚餐。行程轻松，让孩子适应热带气候。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3886200"/>
            <a:ext cx="274320" cy="2743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94560" y="3794760"/>
            <a:ext cx="9509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3886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卡塔海滩 + 普吉老镇 + 青蛙夜市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4251960"/>
            <a:ext cx="9144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上午卡塔海滩玩沙戏水（免费），租遮阳伞约50泰铢。中午回酒店午休避高温。下午4点出发普吉老镇漫步拍照（免费），逛彩色骑楼街道。傍晚青蛙夜市吃晚餐，体验当地烟火气。人均餐饮约80元/天。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3-4 跳岛出海 + 大象乐园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1188720"/>
            <a:ext cx="0" cy="5029200"/>
          </a:xfrm>
          <a:prstGeom prst="line">
            <a:avLst/>
          </a:prstGeom>
          <a:noFill/>
          <a:ln w="381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1280160"/>
            <a:ext cx="274320" cy="2743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1188720"/>
            <a:ext cx="9509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蛋岛半日游  亲子跳岛首选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1645920"/>
            <a:ext cx="9144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上午参加蛋岛半日跳岛游（约168元/人含接送），快艇20分钟抵达。水浅鱼多适合6岁孩子浮潜初体验，岛上玩沙拍照。中午返回酒店休息，下午酒店泳池+自由活动。傍晚卡塔海滩看日落。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3886200"/>
            <a:ext cx="274320" cy="2743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94560" y="3794760"/>
            <a:ext cx="9509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3886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大象保护营 + 安达曼水上乐园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4251960"/>
            <a:ext cx="9144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上午奈迪大象保护营半日游（约350元/人），喂食洗澡互动大象。中午回酒店休息。下午安达曼大水上乐园（约250元/人），儿童戏水区+多条滑道，玩到闭园。这是行程中最丰富的一天。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5-6 嘉年华 + 自由活动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1188720"/>
            <a:ext cx="0" cy="5029200"/>
          </a:xfrm>
          <a:prstGeom prst="line">
            <a:avLst/>
          </a:prstGeom>
          <a:noFill/>
          <a:ln w="381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1280160"/>
            <a:ext cx="274320" cy="2743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1188720"/>
            <a:ext cx="9509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梦幻嘉年华  夜间LED灯海盛宴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1645920"/>
            <a:ext cx="9144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白天酒店自由活动，上午海滩散步+酒店泳池。下午休息避暑。傍晚5:30出发梦幻嘉年华（门票约400元/成人，100cm以下免费），40英亩LED灯海+88辆花车游行+儿童魔术棒体验。自助晚餐含门票，夜间活动完美避暑。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3886200"/>
            <a:ext cx="274320" cy="2743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94560" y="3794760"/>
            <a:ext cx="9509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3886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自由活动 + 购物 + 海鲜大餐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4251960"/>
            <a:ext cx="9144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上午海滩最后玩水或酒店儿童俱乐部托管。中午退房寄存行李。下午江西冷购物中心或Central Festival买伴手礼。傍晚拉威海鲜市场自选海鲜代加工，人均约150元吃大餐。晚上回酒店整理行李。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7 返程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8531352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645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265176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 -&gt; 上海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0" y="3291840"/>
            <a:ext cx="6702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上午酒店早餐+最后海滩散步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中午退房，Grab打车至普吉机场（约180元）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机场免税店购物，下午航班飞回上海（约5小时）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晚上抵达上海，行程圆满结束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FC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669280" y="2560320"/>
            <a:ext cx="0" cy="13716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人均预算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六大费用明细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人均预算明细（一家三口）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9087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46908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费用类别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成人(元)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儿童(元)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机票(往返含税)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3,500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2,800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春秋/上航暑期价,提前2个月订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住宿(6晚)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1,360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1,360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四星海滩酒店含早 680元/晚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餐饮(7天)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含一顿海鲜大餐150元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门票/活动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1,168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蛋岛+大象+水上乐园+嘉年华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当地交通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Grab打车+包车 600元/7天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保险/购物/小费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8,328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6,310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一家三口总计约 22,966 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6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预算说明与省钱贴士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2026年价格说明：普吉岛旅游成本较2025年上涨约30-40%，出海一日游涨幅最大（皇帝岛珊瑚岛从315元涨至479元）。暑期为旺季，酒店和机票价格上浮20-30%。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514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提前订机票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提前2个月锁定低价，关注东航8日/春秋9日/27日会员日抢特价票。7月5日后燃油费下调，往返可省150元/人。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286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51460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514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选含早酒店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30632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四星海滩酒店含早约680元/晚，早餐吃好省上午一顿。部分酒店儿童免费入住和早餐。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6177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半日游替代全日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51663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蛋岛半日游168元 vs 皇帝岛全日游479元，6岁孩子半日游体验已足够，省时省钱省体力。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3891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61772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46177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夜市吃晚餐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29400" y="51663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青蛙夜市/拉威海鲜市场人均50-80元，比餐厅便宜一半且体验更好。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FC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669280" y="2560320"/>
            <a:ext cx="0" cy="13716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实用Tips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出行准备与注意事项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出行准备清单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3258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325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证件类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0116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护照(有效期6个月以上)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返程机票行程单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酒店预订单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儿童出生证明复印件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34840" y="10972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3258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325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防晒类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63440" y="20116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SPF50+儿童物理防晒霜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宽檐防晒帽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UV防护泳衣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墨镜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10972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58200" y="13258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417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0" y="1325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防蚊类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58200" y="20116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儿童驱蚊贴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电蚊香液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泰国蚊虫较多尤其傍晚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38404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605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药品类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68680" y="4754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儿童退烧药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创可贴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晕船药(出海必备)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防腹泻药、电解质冲剂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434840" y="38404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63440" y="40690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605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亲子装备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4663440" y="4754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速干衣3-4套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防滑溯溪鞋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儿童浮潜面罩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防水手机袋、便携小风扇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229600" y="38404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58200" y="40690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16052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4400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8458200" y="4754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泰国电话卡或国际漫游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旅行保险(含医疗evacuation)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安全与注意事项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325880"/>
            <a:ext cx="548640" cy="548640"/>
          </a:xfrm>
          <a:prstGeom prst="ellipse">
            <a:avLst/>
          </a:prstGeom>
          <a:solidFill>
            <a:srgbClr val="FF8A6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325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水上安全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0116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6岁孩子出海必须穿儿童救生衣（船家一般提供但尺寸偏大，建议自备或确认）。浮潜时家长全程陪同，选择水浅浪平的蛋岛而非深水区。酒店泳池注意是否有救生员。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10972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29400" y="1325880"/>
            <a:ext cx="548640" cy="548640"/>
          </a:xfrm>
          <a:prstGeom prst="ellipse">
            <a:avLst/>
          </a:prstGeom>
          <a:solidFill>
            <a:srgbClr val="FF8A6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325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防晒防暑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629400" y="20116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暑假紫外线极强，上午10点至下午3点避免暴晒。每小时补涂防晒，大量饮水。孩子中暑症状：面色苍白、嗜睡、呕吐，立即阴凉处休息补充电解质。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FF8A6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160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饮食安全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68680" y="47548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只喝瓶装水，避免生冷海鲜。路边摊选择人气高、翻台快的。儿童肠胃敏感，首两天以清淡为主。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0" y="38404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29400" y="4069080"/>
            <a:ext cx="548640" cy="548640"/>
          </a:xfrm>
          <a:prstGeom prst="ellipse">
            <a:avLst/>
          </a:prstGeom>
          <a:solidFill>
            <a:srgbClr val="FF8A6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1605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交通安全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629400" y="47548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普吉岛靠左行驶，过马路先看右。Grab打车比路边出租车便宜且安全。租摩托车不建议带儿童。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FC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祝火哥一家普吉岛之旅愉快！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本攻略基于2026年暑期最新信息整理，实际价格以出行时为准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行程可根据孩子状态灵活调整，核心原则：不赶路、不暴晒、留足休息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Summer Phuket Family Travel Guide</dc:title>
  <dc:subject>PptxGenJS Presentation</dc:subject>
  <dc:creator>DuMate</dc:creator>
  <cp:lastModifiedBy>DuMate</cp:lastModifiedBy>
  <cp:revision>1</cp:revision>
  <dcterms:created xsi:type="dcterms:W3CDTF">2026-08-06T03:15:35Z</dcterms:created>
  <dcterms:modified xsi:type="dcterms:W3CDTF">2026-08-06T03:15:35Z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alue1","ContentProducer":"001191110000802100433B11010001191110000802100433B11010","ProduceID":"b2fd1c5d-5599-4b3d-8596-507ca16b858a","ReservedCode1":"72dafc97cd38b92e5f3d5cdfd0dfbbe6","ContentPropagator":"001191110000802100433B11010001191110000802100433B11010","PropagateID":"c911a256-d444-4adf-aa27-313e1af1e7a4","ReservedCode2":"2734827274df537123a472bf4de01eb5"}</vt:lpwstr>
  </property>
</Properties>
</file>